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7050" cy="13354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687050" cy="13354050"/>
          </a:xfrm>
          <a:prstGeom prst="rect">
            <a:avLst/>
          </a:prstGeom>
          <a:gradFill rotWithShape="1">
            <a:gsLst>
              <a:gs pos="0">
                <a:srgbClr val="721020"/>
              </a:gs>
              <a:gs pos="100000">
                <a:srgbClr val="4E071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Mandala bottom left" descr="mandala_b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10800"/>
            <a:ext cx="3143250" cy="3143250"/>
          </a:xfrm>
          <a:prstGeom prst="rect">
            <a:avLst/>
          </a:prstGeom>
        </p:spPr>
      </p:pic>
      <p:pic>
        <p:nvPicPr>
          <p:cNvPr id="4" name="Mandala bottom right" descr="mandala_b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0210800"/>
            <a:ext cx="3143250" cy="3143250"/>
          </a:xfrm>
          <a:prstGeom prst="rect">
            <a:avLst/>
          </a:prstGeom>
        </p:spPr>
      </p:pic>
      <p:pic>
        <p:nvPicPr>
          <p:cNvPr id="5" name="Hanging diya chain L1" descr="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0"/>
            <a:ext cx="590550" cy="4429125"/>
          </a:xfrm>
          <a:prstGeom prst="rect">
            <a:avLst/>
          </a:prstGeom>
        </p:spPr>
      </p:pic>
      <p:pic>
        <p:nvPicPr>
          <p:cNvPr id="6" name="Hanging diya chain L2" descr="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0" y="0"/>
            <a:ext cx="590550" cy="4429125"/>
          </a:xfrm>
          <a:prstGeom prst="rect">
            <a:avLst/>
          </a:prstGeom>
        </p:spPr>
      </p:pic>
      <p:pic>
        <p:nvPicPr>
          <p:cNvPr id="7" name="Hanging diya chain R1" descr="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050" y="0"/>
            <a:ext cx="590550" cy="4429125"/>
          </a:xfrm>
          <a:prstGeom prst="rect">
            <a:avLst/>
          </a:prstGeom>
        </p:spPr>
      </p:pic>
      <p:pic>
        <p:nvPicPr>
          <p:cNvPr id="8" name="Hanging diya chain R2" descr="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50" y="0"/>
            <a:ext cx="590550" cy="4429125"/>
          </a:xfrm>
          <a:prstGeom prst="rect">
            <a:avLst/>
          </a:prstGeom>
        </p:spPr>
      </p:pic>
      <p:pic>
        <p:nvPicPr>
          <p:cNvPr id="9" name="Star left" descr="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85750"/>
            <a:ext cx="228600" cy="228600"/>
          </a:xfrm>
          <a:prstGeom prst="rect">
            <a:avLst/>
          </a:prstGeom>
        </p:spPr>
      </p:pic>
      <p:pic>
        <p:nvPicPr>
          <p:cNvPr id="10" name="Star right" descr="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85750"/>
            <a:ext cx="228600" cy="228600"/>
          </a:xfrm>
          <a:prstGeom prst="rect">
            <a:avLst/>
          </a:prstGeom>
        </p:spPr>
      </p:pic>
      <p:pic>
        <p:nvPicPr>
          <p:cNvPr id="11" name="Durga eyes emblem" descr="ey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3524250"/>
            <a:ext cx="5429250" cy="2884289"/>
          </a:xfrm>
          <a:prstGeom prst="rect">
            <a:avLst/>
          </a:prstGeom>
        </p:spPr>
      </p:pic>
      <p:sp>
        <p:nvSpPr>
          <p:cNvPr id="12" name="Title"/>
          <p:cNvSpPr txBox="1"/>
          <p:nvPr/>
        </p:nvSpPr>
        <p:spPr>
          <a:xfrm>
            <a:off x="581025" y="6953250"/>
            <a:ext cx="9525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50" b="1" spc="-200">
                <a:solidFill>
                  <a:srgbClr val="F2DFA7"/>
                </a:solidFill>
                <a:latin typeface="Playfair Display"/>
              </a:rPr>
              <a:t>Happy Navratri</a:t>
            </a:r>
          </a:p>
        </p:txBody>
      </p:sp>
      <p:sp>
        <p:nvSpPr>
          <p:cNvPr id="13" name="Greeting message"/>
          <p:cNvSpPr txBox="1"/>
          <p:nvPr/>
        </p:nvSpPr>
        <p:spPr>
          <a:xfrm>
            <a:off x="962025" y="8553450"/>
            <a:ext cx="876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2DFA7"/>
                </a:solidFill>
                <a:latin typeface="Open Sans"/>
              </a:rPr>
              <a:t>On this auspicious day of Navratri, we wish that Durga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2DFA7"/>
                </a:solidFill>
                <a:latin typeface="Open Sans"/>
              </a:rPr>
              <a:t>Devi shower upon her divine blessings on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