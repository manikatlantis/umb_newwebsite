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87050" cy="133540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gree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7050" cy="13354050"/>
          </a:xfrm>
          <a:prstGeom prst="rect">
            <a:avLst/>
          </a:prstGeom>
        </p:spPr>
      </p:pic>
      <p:pic>
        <p:nvPicPr>
          <p:cNvPr id="3" name="Mandala bottom left" descr="mandala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82175"/>
            <a:ext cx="3171825" cy="3571875"/>
          </a:xfrm>
          <a:prstGeom prst="rect">
            <a:avLst/>
          </a:prstGeom>
        </p:spPr>
      </p:pic>
      <p:pic>
        <p:nvPicPr>
          <p:cNvPr id="4" name="Mandala bottom right" descr="mandala_B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5225" y="9782175"/>
            <a:ext cx="3171825" cy="3571875"/>
          </a:xfrm>
          <a:prstGeom prst="rect">
            <a:avLst/>
          </a:prstGeom>
        </p:spPr>
      </p:pic>
      <p:pic>
        <p:nvPicPr>
          <p:cNvPr id="5" name="Hanging diya chain L1" descr="chain_L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" y="0"/>
            <a:ext cx="609600" cy="5076825"/>
          </a:xfrm>
          <a:prstGeom prst="rect">
            <a:avLst/>
          </a:prstGeom>
        </p:spPr>
      </p:pic>
      <p:pic>
        <p:nvPicPr>
          <p:cNvPr id="6" name="Hanging diya chain L2" descr="chain_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875" y="123825"/>
            <a:ext cx="581025" cy="4019550"/>
          </a:xfrm>
          <a:prstGeom prst="rect">
            <a:avLst/>
          </a:prstGeom>
        </p:spPr>
      </p:pic>
      <p:pic>
        <p:nvPicPr>
          <p:cNvPr id="7" name="Hanging diya chain R2" descr="chain_R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0150" y="123825"/>
            <a:ext cx="581025" cy="4019550"/>
          </a:xfrm>
          <a:prstGeom prst="rect">
            <a:avLst/>
          </a:prstGeom>
        </p:spPr>
      </p:pic>
      <p:pic>
        <p:nvPicPr>
          <p:cNvPr id="8" name="Hanging diya chain R1" descr="chain_R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63100" y="0"/>
            <a:ext cx="609600" cy="5086350"/>
          </a:xfrm>
          <a:prstGeom prst="rect">
            <a:avLst/>
          </a:prstGeom>
        </p:spPr>
      </p:pic>
      <p:pic>
        <p:nvPicPr>
          <p:cNvPr id="9" name="Durga eyes emblem" descr="ey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24125" y="3505200"/>
            <a:ext cx="5648325" cy="3057525"/>
          </a:xfrm>
          <a:prstGeom prst="rect">
            <a:avLst/>
          </a:prstGeom>
        </p:spPr>
      </p:pic>
      <p:sp>
        <p:nvSpPr>
          <p:cNvPr id="10" name="Title"/>
          <p:cNvSpPr txBox="1"/>
          <p:nvPr/>
        </p:nvSpPr>
        <p:spPr>
          <a:xfrm>
            <a:off x="581025" y="6943725"/>
            <a:ext cx="9525000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0" b="0">
                <a:solidFill>
                  <a:srgbClr val="F5E6B3"/>
                </a:solidFill>
                <a:latin typeface="DM Serif Display"/>
              </a:rPr>
              <a:t>Happy Navratri</a:t>
            </a:r>
          </a:p>
        </p:txBody>
      </p:sp>
      <p:sp>
        <p:nvSpPr>
          <p:cNvPr id="11" name="Greeting message"/>
          <p:cNvSpPr txBox="1"/>
          <p:nvPr/>
        </p:nvSpPr>
        <p:spPr>
          <a:xfrm>
            <a:off x="962025" y="8648700"/>
            <a:ext cx="8763000" cy="104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700" b="0">
                <a:solidFill>
                  <a:srgbClr val="F5E6B3"/>
                </a:solidFill>
                <a:latin typeface="Calibri"/>
              </a:rPr>
              <a:t>On this auspicious day of Navratri, we wish that Durga</a:t>
            </a:r>
          </a:p>
          <a:p>
            <a:pPr algn="ctr">
              <a:lnSpc>
                <a:spcPct val="120000"/>
              </a:lnSpc>
            </a:pPr>
            <a:r>
              <a:rPr sz="2700" b="0">
                <a:solidFill>
                  <a:srgbClr val="F5E6B3"/>
                </a:solidFill>
                <a:latin typeface="Calibri"/>
              </a:rPr>
              <a:t>Devi shower upon her divine blessings on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