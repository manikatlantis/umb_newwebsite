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87050" cy="133540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687050" cy="13354050"/>
          </a:xfrm>
          <a:prstGeom prst="rect">
            <a:avLst/>
          </a:prstGeom>
          <a:gradFill rotWithShape="1">
            <a:gsLst>
              <a:gs pos="0">
                <a:srgbClr val="6E1220"/>
              </a:gs>
              <a:gs pos="100000">
                <a:srgbClr val="4A071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andala bottom left" descr="mandala_b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72800"/>
            <a:ext cx="2381250" cy="2381250"/>
          </a:xfrm>
          <a:prstGeom prst="rect">
            <a:avLst/>
          </a:prstGeom>
        </p:spPr>
      </p:pic>
      <p:pic>
        <p:nvPicPr>
          <p:cNvPr id="4" name="Mandala bottom right" descr="mandala_b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10972800"/>
            <a:ext cx="2381250" cy="2381250"/>
          </a:xfrm>
          <a:prstGeom prst="rect">
            <a:avLst/>
          </a:prstGeom>
        </p:spPr>
      </p:pic>
      <p:pic>
        <p:nvPicPr>
          <p:cNvPr id="5" name="Corner filigree left" descr="arch_t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2476500" cy="2095500"/>
          </a:xfrm>
          <a:prstGeom prst="rect">
            <a:avLst/>
          </a:prstGeom>
        </p:spPr>
      </p:pic>
      <p:pic>
        <p:nvPicPr>
          <p:cNvPr id="6" name="Corner filigree right" descr="arch_t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0550" y="0"/>
            <a:ext cx="2476500" cy="2095500"/>
          </a:xfrm>
          <a:prstGeom prst="rect">
            <a:avLst/>
          </a:prstGeom>
        </p:spPr>
      </p:pic>
      <p:pic>
        <p:nvPicPr>
          <p:cNvPr id="7" name="Hanging diya chain L1" descr="ch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550" y="0"/>
            <a:ext cx="381000" cy="2857500"/>
          </a:xfrm>
          <a:prstGeom prst="rect">
            <a:avLst/>
          </a:prstGeom>
        </p:spPr>
      </p:pic>
      <p:pic>
        <p:nvPicPr>
          <p:cNvPr id="8" name="Hanging diya chain L2" descr="ch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50" y="0"/>
            <a:ext cx="381000" cy="2857500"/>
          </a:xfrm>
          <a:prstGeom prst="rect">
            <a:avLst/>
          </a:prstGeom>
        </p:spPr>
      </p:pic>
      <p:pic>
        <p:nvPicPr>
          <p:cNvPr id="9" name="Hanging diya chain R1" descr="ch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5500" y="0"/>
            <a:ext cx="381000" cy="2857500"/>
          </a:xfrm>
          <a:prstGeom prst="rect">
            <a:avLst/>
          </a:prstGeom>
        </p:spPr>
      </p:pic>
      <p:pic>
        <p:nvPicPr>
          <p:cNvPr id="10" name="Hanging diya chain R2" descr="ch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3500" y="0"/>
            <a:ext cx="381000" cy="2857500"/>
          </a:xfrm>
          <a:prstGeom prst="rect">
            <a:avLst/>
          </a:prstGeom>
        </p:spPr>
      </p:pic>
      <p:pic>
        <p:nvPicPr>
          <p:cNvPr id="11" name="Star left" descr="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" y="323850"/>
            <a:ext cx="228600" cy="228600"/>
          </a:xfrm>
          <a:prstGeom prst="rect">
            <a:avLst/>
          </a:prstGeom>
        </p:spPr>
      </p:pic>
      <p:pic>
        <p:nvPicPr>
          <p:cNvPr id="12" name="Star right" descr="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0" y="323850"/>
            <a:ext cx="228600" cy="228600"/>
          </a:xfrm>
          <a:prstGeom prst="rect">
            <a:avLst/>
          </a:prstGeom>
        </p:spPr>
      </p:pic>
      <p:pic>
        <p:nvPicPr>
          <p:cNvPr id="13" name="Durga eyes emblem" descr="ey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9525" y="381000"/>
            <a:ext cx="3048000" cy="1619250"/>
          </a:xfrm>
          <a:prstGeom prst="rect">
            <a:avLst/>
          </a:prstGeom>
        </p:spPr>
      </p:pic>
      <p:sp>
        <p:nvSpPr>
          <p:cNvPr id="14" name="Title"/>
          <p:cNvSpPr txBox="1"/>
          <p:nvPr/>
        </p:nvSpPr>
        <p:spPr>
          <a:xfrm>
            <a:off x="1533525" y="1905000"/>
            <a:ext cx="7620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0" b="1" spc="-200">
                <a:solidFill>
                  <a:srgbClr val="F2DFA7"/>
                </a:solidFill>
                <a:latin typeface="Playfair Display"/>
              </a:rPr>
              <a:t>Navratri</a:t>
            </a:r>
          </a:p>
        </p:txBody>
      </p:sp>
      <p:sp>
        <p:nvSpPr>
          <p:cNvPr id="15" name="Subtitle"/>
          <p:cNvSpPr txBox="1"/>
          <p:nvPr/>
        </p:nvSpPr>
        <p:spPr>
          <a:xfrm>
            <a:off x="1533525" y="3238500"/>
            <a:ext cx="7620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spc="700">
                <a:solidFill>
                  <a:srgbClr val="F2DFA7"/>
                </a:solidFill>
                <a:latin typeface="Open Sans"/>
              </a:rPr>
              <a:t>NINE NIGHTS OF DIVINE POWER</a:t>
            </a:r>
          </a:p>
        </p:txBody>
      </p:sp>
      <p:pic>
        <p:nvPicPr>
          <p:cNvPr id="16" name="Divider lotus" descr="orn_lot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33975" y="3562350"/>
            <a:ext cx="419100" cy="285750"/>
          </a:xfrm>
          <a:prstGeom prst="rect">
            <a:avLst/>
          </a:prstGeom>
        </p:spPr>
      </p:pic>
      <p:pic>
        <p:nvPicPr>
          <p:cNvPr id="17" name="Side lotus left" descr="orn_lot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1050" y="4248150"/>
            <a:ext cx="419100" cy="285750"/>
          </a:xfrm>
          <a:prstGeom prst="rect">
            <a:avLst/>
          </a:prstGeom>
        </p:spPr>
      </p:pic>
      <p:pic>
        <p:nvPicPr>
          <p:cNvPr id="18" name="Side lotus right" descr="orn_lot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86900" y="4248150"/>
            <a:ext cx="419100" cy="285750"/>
          </a:xfrm>
          <a:prstGeom prst="rect">
            <a:avLst/>
          </a:prstGeom>
        </p:spPr>
      </p:pic>
      <p:sp>
        <p:nvSpPr>
          <p:cNvPr id="19" name="Intro paragraph"/>
          <p:cNvSpPr txBox="1"/>
          <p:nvPr/>
        </p:nvSpPr>
        <p:spPr>
          <a:xfrm>
            <a:off x="1438275" y="3810000"/>
            <a:ext cx="781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F2DFA7"/>
                </a:solidFill>
                <a:latin typeface="Playfair Display"/>
              </a:rPr>
              <a:t>Navratri is a Hindu festival dedicated to the worship of Goddess Durga. It symbolizes devotion, self-reflection, and the victory of good over evil.</a:t>
            </a:r>
          </a:p>
        </p:txBody>
      </p:sp>
      <p:sp>
        <p:nvSpPr>
          <p:cNvPr id="20" name="Nine forms outer box"/>
          <p:cNvSpPr/>
          <p:nvPr/>
        </p:nvSpPr>
        <p:spPr>
          <a:xfrm>
            <a:off x="428625" y="5410200"/>
            <a:ext cx="9829800" cy="424815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D9A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ine forms inner box"/>
          <p:cNvSpPr/>
          <p:nvPr/>
        </p:nvSpPr>
        <p:spPr>
          <a:xfrm>
            <a:off x="495300" y="5476875"/>
            <a:ext cx="9696450" cy="4114800"/>
          </a:xfrm>
          <a:prstGeom prst="roundRect">
            <a:avLst>
              <a:gd name="adj" fmla="val 6000"/>
            </a:avLst>
          </a:prstGeom>
          <a:noFill/>
          <a:ln w="6350">
            <a:solidFill>
              <a:srgbClr val="D9A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ection banner"/>
          <p:cNvSpPr/>
          <p:nvPr/>
        </p:nvSpPr>
        <p:spPr>
          <a:xfrm>
            <a:off x="2047875" y="5048250"/>
            <a:ext cx="6591300" cy="5143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1D28A"/>
              </a:gs>
              <a:gs pos="100000">
                <a:srgbClr val="D9A64A"/>
              </a:gs>
            </a:gsLst>
            <a:lin scaled="0" ang="0"/>
          </a:gradFill>
          <a:ln w="12700">
            <a:solidFill>
              <a:srgbClr val="D9A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ection title"/>
          <p:cNvSpPr txBox="1"/>
          <p:nvPr/>
        </p:nvSpPr>
        <p:spPr>
          <a:xfrm>
            <a:off x="2047875" y="5067300"/>
            <a:ext cx="65913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50" b="1">
                <a:solidFill>
                  <a:srgbClr val="4A0812"/>
                </a:solidFill>
                <a:latin typeface="Playfair Display"/>
              </a:rPr>
              <a:t>The Nine Forms of Navadurga</a:t>
            </a:r>
          </a:p>
        </p:txBody>
      </p:sp>
      <p:pic>
        <p:nvPicPr>
          <p:cNvPr id="24" name="Banner lotus left" descr="orn_lot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5181600"/>
            <a:ext cx="285750" cy="194830"/>
          </a:xfrm>
          <a:prstGeom prst="rect">
            <a:avLst/>
          </a:prstGeom>
        </p:spPr>
      </p:pic>
      <p:pic>
        <p:nvPicPr>
          <p:cNvPr id="25" name="Banner lotus right" descr="orn_lot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5300" y="5181600"/>
            <a:ext cx="285750" cy="194830"/>
          </a:xfrm>
          <a:prstGeom prst="rect">
            <a:avLst/>
          </a:prstGeom>
        </p:spPr>
      </p:pic>
      <p:cxnSp>
        <p:nvCxnSpPr>
          <p:cNvPr id="26" name="Grid column line 1"/>
          <p:cNvCxnSpPr/>
          <p:nvPr/>
        </p:nvCxnSpPr>
        <p:spPr>
          <a:xfrm>
            <a:off x="3886200" y="5572125"/>
            <a:ext cx="0" cy="3952875"/>
          </a:xfrm>
          <a:prstGeom prst="line">
            <a:avLst/>
          </a:prstGeom>
          <a:ln w="15875">
            <a:solidFill>
              <a:srgbClr val="D9A6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rid column line 2"/>
          <p:cNvCxnSpPr/>
          <p:nvPr/>
        </p:nvCxnSpPr>
        <p:spPr>
          <a:xfrm>
            <a:off x="7019925" y="5572125"/>
            <a:ext cx="0" cy="3952875"/>
          </a:xfrm>
          <a:prstGeom prst="line">
            <a:avLst/>
          </a:prstGeom>
          <a:ln w="15875">
            <a:solidFill>
              <a:srgbClr val="D9A6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rid row line 1"/>
          <p:cNvCxnSpPr/>
          <p:nvPr/>
        </p:nvCxnSpPr>
        <p:spPr>
          <a:xfrm>
            <a:off x="571500" y="7000875"/>
            <a:ext cx="9544050" cy="0"/>
          </a:xfrm>
          <a:prstGeom prst="line">
            <a:avLst/>
          </a:prstGeom>
          <a:ln w="15875">
            <a:solidFill>
              <a:srgbClr val="D9A6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rid row line 2"/>
          <p:cNvCxnSpPr/>
          <p:nvPr/>
        </p:nvCxnSpPr>
        <p:spPr>
          <a:xfrm>
            <a:off x="571500" y="8286750"/>
            <a:ext cx="9544050" cy="0"/>
          </a:xfrm>
          <a:prstGeom prst="line">
            <a:avLst/>
          </a:prstGeom>
          <a:ln w="15875">
            <a:solidFill>
              <a:srgbClr val="D9A6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Icon frame 1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5734050"/>
            <a:ext cx="1143000" cy="1143000"/>
          </a:xfrm>
          <a:prstGeom prst="rect">
            <a:avLst/>
          </a:prstGeom>
        </p:spPr>
      </p:pic>
      <p:pic>
        <p:nvPicPr>
          <p:cNvPr id="31" name="Icon Shailaputri" descr="ic_mountai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075" y="5991225"/>
            <a:ext cx="628650" cy="628650"/>
          </a:xfrm>
          <a:prstGeom prst="rect">
            <a:avLst/>
          </a:prstGeom>
        </p:spPr>
      </p:pic>
      <p:sp>
        <p:nvSpPr>
          <p:cNvPr id="32" name="Form name 1."/>
          <p:cNvSpPr txBox="1"/>
          <p:nvPr/>
        </p:nvSpPr>
        <p:spPr>
          <a:xfrm>
            <a:off x="1905000" y="5886450"/>
            <a:ext cx="1943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1. Shailaputri</a:t>
            </a:r>
          </a:p>
        </p:txBody>
      </p:sp>
      <p:sp>
        <p:nvSpPr>
          <p:cNvPr id="33" name="Form meaning 1."/>
          <p:cNvSpPr txBox="1"/>
          <p:nvPr/>
        </p:nvSpPr>
        <p:spPr>
          <a:xfrm>
            <a:off x="1905000" y="6229350"/>
            <a:ext cx="19431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Stability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and strength</a:t>
            </a:r>
          </a:p>
        </p:txBody>
      </p:sp>
      <p:pic>
        <p:nvPicPr>
          <p:cNvPr id="34" name="Icon frame 2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4300" y="5734050"/>
            <a:ext cx="1143000" cy="1143000"/>
          </a:xfrm>
          <a:prstGeom prst="rect">
            <a:avLst/>
          </a:prstGeom>
        </p:spPr>
      </p:pic>
      <p:pic>
        <p:nvPicPr>
          <p:cNvPr id="35" name="Icon Brahmacharini" descr="ic_mal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81475" y="5991225"/>
            <a:ext cx="628650" cy="628650"/>
          </a:xfrm>
          <a:prstGeom prst="rect">
            <a:avLst/>
          </a:prstGeom>
        </p:spPr>
      </p:pic>
      <p:sp>
        <p:nvSpPr>
          <p:cNvPr id="36" name="Form name 2."/>
          <p:cNvSpPr txBox="1"/>
          <p:nvPr/>
        </p:nvSpPr>
        <p:spPr>
          <a:xfrm>
            <a:off x="5105400" y="5886450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2. Brahmacharini</a:t>
            </a:r>
          </a:p>
        </p:txBody>
      </p:sp>
      <p:sp>
        <p:nvSpPr>
          <p:cNvPr id="37" name="Form meaning 2."/>
          <p:cNvSpPr txBox="1"/>
          <p:nvPr/>
        </p:nvSpPr>
        <p:spPr>
          <a:xfrm>
            <a:off x="5105400" y="6229350"/>
            <a:ext cx="1866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Devotion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and discipline</a:t>
            </a:r>
          </a:p>
        </p:txBody>
      </p:sp>
      <p:pic>
        <p:nvPicPr>
          <p:cNvPr id="38" name="Icon frame 3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67550" y="5734050"/>
            <a:ext cx="1143000" cy="1143000"/>
          </a:xfrm>
          <a:prstGeom prst="rect">
            <a:avLst/>
          </a:prstGeom>
        </p:spPr>
      </p:pic>
      <p:pic>
        <p:nvPicPr>
          <p:cNvPr id="39" name="Icon Chandraghanta" descr="ic_crescen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24725" y="5991225"/>
            <a:ext cx="628650" cy="628650"/>
          </a:xfrm>
          <a:prstGeom prst="rect">
            <a:avLst/>
          </a:prstGeom>
        </p:spPr>
      </p:pic>
      <p:sp>
        <p:nvSpPr>
          <p:cNvPr id="40" name="Form name 3."/>
          <p:cNvSpPr txBox="1"/>
          <p:nvPr/>
        </p:nvSpPr>
        <p:spPr>
          <a:xfrm>
            <a:off x="8248650" y="5886450"/>
            <a:ext cx="1981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3. Chandraghanta</a:t>
            </a:r>
          </a:p>
        </p:txBody>
      </p:sp>
      <p:sp>
        <p:nvSpPr>
          <p:cNvPr id="41" name="Form meaning 3."/>
          <p:cNvSpPr txBox="1"/>
          <p:nvPr/>
        </p:nvSpPr>
        <p:spPr>
          <a:xfrm>
            <a:off x="8248650" y="622935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Courage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and fearlessness</a:t>
            </a:r>
          </a:p>
        </p:txBody>
      </p:sp>
      <p:pic>
        <p:nvPicPr>
          <p:cNvPr id="42" name="Icon frame 4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7067550"/>
            <a:ext cx="1143000" cy="1143000"/>
          </a:xfrm>
          <a:prstGeom prst="rect">
            <a:avLst/>
          </a:prstGeom>
        </p:spPr>
      </p:pic>
      <p:pic>
        <p:nvPicPr>
          <p:cNvPr id="43" name="Icon Kushmanda" descr="ic_su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1075" y="7324725"/>
            <a:ext cx="628650" cy="628650"/>
          </a:xfrm>
          <a:prstGeom prst="rect">
            <a:avLst/>
          </a:prstGeom>
        </p:spPr>
      </p:pic>
      <p:sp>
        <p:nvSpPr>
          <p:cNvPr id="44" name="Form name 4."/>
          <p:cNvSpPr txBox="1"/>
          <p:nvPr/>
        </p:nvSpPr>
        <p:spPr>
          <a:xfrm>
            <a:off x="1905000" y="7219950"/>
            <a:ext cx="1943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4. Kushmanda</a:t>
            </a:r>
          </a:p>
        </p:txBody>
      </p:sp>
      <p:sp>
        <p:nvSpPr>
          <p:cNvPr id="45" name="Form meaning 4."/>
          <p:cNvSpPr txBox="1"/>
          <p:nvPr/>
        </p:nvSpPr>
        <p:spPr>
          <a:xfrm>
            <a:off x="1905000" y="7562850"/>
            <a:ext cx="19431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Creativity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and energy</a:t>
            </a:r>
          </a:p>
        </p:txBody>
      </p:sp>
      <p:pic>
        <p:nvPicPr>
          <p:cNvPr id="46" name="Icon frame 5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4300" y="7067550"/>
            <a:ext cx="1143000" cy="1143000"/>
          </a:xfrm>
          <a:prstGeom prst="rect">
            <a:avLst/>
          </a:prstGeom>
        </p:spPr>
      </p:pic>
      <p:pic>
        <p:nvPicPr>
          <p:cNvPr id="47" name="Icon Skandamata" descr="ic_lotu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81475" y="7324725"/>
            <a:ext cx="628650" cy="628650"/>
          </a:xfrm>
          <a:prstGeom prst="rect">
            <a:avLst/>
          </a:prstGeom>
        </p:spPr>
      </p:pic>
      <p:sp>
        <p:nvSpPr>
          <p:cNvPr id="48" name="Form name 5."/>
          <p:cNvSpPr txBox="1"/>
          <p:nvPr/>
        </p:nvSpPr>
        <p:spPr>
          <a:xfrm>
            <a:off x="5105400" y="7219950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5. Skandamata</a:t>
            </a:r>
          </a:p>
        </p:txBody>
      </p:sp>
      <p:sp>
        <p:nvSpPr>
          <p:cNvPr id="49" name="Form meaning 5."/>
          <p:cNvSpPr txBox="1"/>
          <p:nvPr/>
        </p:nvSpPr>
        <p:spPr>
          <a:xfrm>
            <a:off x="5105400" y="7562850"/>
            <a:ext cx="1866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Love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and protection</a:t>
            </a:r>
          </a:p>
        </p:txBody>
      </p:sp>
      <p:pic>
        <p:nvPicPr>
          <p:cNvPr id="50" name="Icon frame 6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67550" y="7067550"/>
            <a:ext cx="1143000" cy="1143000"/>
          </a:xfrm>
          <a:prstGeom prst="rect">
            <a:avLst/>
          </a:prstGeom>
        </p:spPr>
      </p:pic>
      <p:pic>
        <p:nvPicPr>
          <p:cNvPr id="51" name="Icon Katyayani" descr="ic_swor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725" y="7324725"/>
            <a:ext cx="628650" cy="628650"/>
          </a:xfrm>
          <a:prstGeom prst="rect">
            <a:avLst/>
          </a:prstGeom>
        </p:spPr>
      </p:pic>
      <p:sp>
        <p:nvSpPr>
          <p:cNvPr id="52" name="Form name 6."/>
          <p:cNvSpPr txBox="1"/>
          <p:nvPr/>
        </p:nvSpPr>
        <p:spPr>
          <a:xfrm>
            <a:off x="8248650" y="7219950"/>
            <a:ext cx="1981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6. Katyayani</a:t>
            </a:r>
          </a:p>
        </p:txBody>
      </p:sp>
      <p:sp>
        <p:nvSpPr>
          <p:cNvPr id="53" name="Form meaning 6."/>
          <p:cNvSpPr txBox="1"/>
          <p:nvPr/>
        </p:nvSpPr>
        <p:spPr>
          <a:xfrm>
            <a:off x="8248650" y="756285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Righteousness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and justice</a:t>
            </a:r>
          </a:p>
        </p:txBody>
      </p:sp>
      <p:pic>
        <p:nvPicPr>
          <p:cNvPr id="54" name="Icon frame 7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8401050"/>
            <a:ext cx="1143000" cy="1143000"/>
          </a:xfrm>
          <a:prstGeom prst="rect">
            <a:avLst/>
          </a:prstGeom>
        </p:spPr>
      </p:pic>
      <p:pic>
        <p:nvPicPr>
          <p:cNvPr id="55" name="Icon Kalaratri" descr="ic_triden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1075" y="8658225"/>
            <a:ext cx="628650" cy="628650"/>
          </a:xfrm>
          <a:prstGeom prst="rect">
            <a:avLst/>
          </a:prstGeom>
        </p:spPr>
      </p:pic>
      <p:sp>
        <p:nvSpPr>
          <p:cNvPr id="56" name="Form name 7."/>
          <p:cNvSpPr txBox="1"/>
          <p:nvPr/>
        </p:nvSpPr>
        <p:spPr>
          <a:xfrm>
            <a:off x="1905000" y="8553450"/>
            <a:ext cx="1943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7. Kalaratri</a:t>
            </a:r>
          </a:p>
        </p:txBody>
      </p:sp>
      <p:sp>
        <p:nvSpPr>
          <p:cNvPr id="57" name="Form meaning 7."/>
          <p:cNvSpPr txBox="1"/>
          <p:nvPr/>
        </p:nvSpPr>
        <p:spPr>
          <a:xfrm>
            <a:off x="1905000" y="8896350"/>
            <a:ext cx="19431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Destruction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of negativity</a:t>
            </a:r>
          </a:p>
        </p:txBody>
      </p:sp>
      <p:pic>
        <p:nvPicPr>
          <p:cNvPr id="58" name="Icon frame 8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24300" y="8401050"/>
            <a:ext cx="1143000" cy="1143000"/>
          </a:xfrm>
          <a:prstGeom prst="rect">
            <a:avLst/>
          </a:prstGeom>
        </p:spPr>
      </p:pic>
      <p:pic>
        <p:nvPicPr>
          <p:cNvPr id="59" name="Icon Mahagauri" descr="ic_lotu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81475" y="8658225"/>
            <a:ext cx="628650" cy="628650"/>
          </a:xfrm>
          <a:prstGeom prst="rect">
            <a:avLst/>
          </a:prstGeom>
        </p:spPr>
      </p:pic>
      <p:sp>
        <p:nvSpPr>
          <p:cNvPr id="60" name="Form name 8."/>
          <p:cNvSpPr txBox="1"/>
          <p:nvPr/>
        </p:nvSpPr>
        <p:spPr>
          <a:xfrm>
            <a:off x="5105400" y="8553450"/>
            <a:ext cx="18669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8. Mahagauri</a:t>
            </a:r>
          </a:p>
        </p:txBody>
      </p:sp>
      <p:sp>
        <p:nvSpPr>
          <p:cNvPr id="61" name="Form meaning 8."/>
          <p:cNvSpPr txBox="1"/>
          <p:nvPr/>
        </p:nvSpPr>
        <p:spPr>
          <a:xfrm>
            <a:off x="5105400" y="8896350"/>
            <a:ext cx="1866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Purity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and peace</a:t>
            </a:r>
          </a:p>
        </p:txBody>
      </p:sp>
      <p:pic>
        <p:nvPicPr>
          <p:cNvPr id="62" name="Icon frame 9." descr="fra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67550" y="8401050"/>
            <a:ext cx="1143000" cy="1143000"/>
          </a:xfrm>
          <a:prstGeom prst="rect">
            <a:avLst/>
          </a:prstGeom>
        </p:spPr>
      </p:pic>
      <p:pic>
        <p:nvPicPr>
          <p:cNvPr id="63" name="Icon Siddhidatri" descr="ic_om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24725" y="8658225"/>
            <a:ext cx="628650" cy="628650"/>
          </a:xfrm>
          <a:prstGeom prst="rect">
            <a:avLst/>
          </a:prstGeom>
        </p:spPr>
      </p:pic>
      <p:sp>
        <p:nvSpPr>
          <p:cNvPr id="64" name="Form name 9."/>
          <p:cNvSpPr txBox="1"/>
          <p:nvPr/>
        </p:nvSpPr>
        <p:spPr>
          <a:xfrm>
            <a:off x="8248650" y="8553450"/>
            <a:ext cx="19812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50" b="1">
                <a:solidFill>
                  <a:srgbClr val="F2DFA7"/>
                </a:solidFill>
                <a:latin typeface="Playfair Display"/>
              </a:rPr>
              <a:t>9. Siddhidatri</a:t>
            </a:r>
          </a:p>
        </p:txBody>
      </p:sp>
      <p:sp>
        <p:nvSpPr>
          <p:cNvPr id="65" name="Form meaning 9."/>
          <p:cNvSpPr txBox="1"/>
          <p:nvPr/>
        </p:nvSpPr>
        <p:spPr>
          <a:xfrm>
            <a:off x="8248650" y="889635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Wisdom</a:t>
            </a:r>
          </a:p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2DFA7"/>
                </a:solidFill>
                <a:latin typeface="Open Sans"/>
              </a:rPr>
              <a:t>and fulfillment</a:t>
            </a:r>
          </a:p>
        </p:txBody>
      </p:sp>
      <p:pic>
        <p:nvPicPr>
          <p:cNvPr id="66" name="Divider lotus 2" descr="orn_lot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33975" y="9563100"/>
            <a:ext cx="419100" cy="285750"/>
          </a:xfrm>
          <a:prstGeom prst="rect">
            <a:avLst/>
          </a:prstGeom>
        </p:spPr>
      </p:pic>
      <p:sp>
        <p:nvSpPr>
          <p:cNvPr id="67" name="Heading: How It Is Celebrated"/>
          <p:cNvSpPr txBox="1"/>
          <p:nvPr/>
        </p:nvSpPr>
        <p:spPr>
          <a:xfrm>
            <a:off x="619125" y="9925050"/>
            <a:ext cx="31432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325" b="1">
                <a:solidFill>
                  <a:srgbClr val="F2DFA7"/>
                </a:solidFill>
                <a:latin typeface="Playfair Display"/>
              </a:rPr>
              <a:t>How It Is Celebrated</a:t>
            </a:r>
          </a:p>
        </p:txBody>
      </p:sp>
      <p:pic>
        <p:nvPicPr>
          <p:cNvPr id="68" name="Bottom icon How It Is Celebrated" descr="ic_dandiy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19250" y="10334625"/>
            <a:ext cx="1143000" cy="831273"/>
          </a:xfrm>
          <a:prstGeom prst="rect">
            <a:avLst/>
          </a:prstGeom>
        </p:spPr>
      </p:pic>
      <p:sp>
        <p:nvSpPr>
          <p:cNvPr id="69" name="Body: How It Is Celebrated"/>
          <p:cNvSpPr txBox="1"/>
          <p:nvPr/>
        </p:nvSpPr>
        <p:spPr>
          <a:xfrm>
            <a:off x="714375" y="11296650"/>
            <a:ext cx="295275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Prayer, fasting,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Garba and Dandiya, and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community gatherings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with joy and devotion.</a:t>
            </a:r>
          </a:p>
        </p:txBody>
      </p:sp>
      <p:sp>
        <p:nvSpPr>
          <p:cNvPr id="70" name="Heading: Who Is Worshipped"/>
          <p:cNvSpPr txBox="1"/>
          <p:nvPr/>
        </p:nvSpPr>
        <p:spPr>
          <a:xfrm>
            <a:off x="3810000" y="9925050"/>
            <a:ext cx="31432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325" b="1">
                <a:solidFill>
                  <a:srgbClr val="F2DFA7"/>
                </a:solidFill>
                <a:latin typeface="Playfair Display"/>
              </a:rPr>
              <a:t>Who Is Worshipped</a:t>
            </a:r>
          </a:p>
        </p:txBody>
      </p:sp>
      <p:pic>
        <p:nvPicPr>
          <p:cNvPr id="71" name="Bottom icon Who Is Worshipped" descr="ic_lotu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24425" y="10334625"/>
            <a:ext cx="914400" cy="914400"/>
          </a:xfrm>
          <a:prstGeom prst="rect">
            <a:avLst/>
          </a:prstGeom>
        </p:spPr>
      </p:pic>
      <p:sp>
        <p:nvSpPr>
          <p:cNvPr id="72" name="Body: Who Is Worshipped"/>
          <p:cNvSpPr txBox="1"/>
          <p:nvPr/>
        </p:nvSpPr>
        <p:spPr>
          <a:xfrm>
            <a:off x="3905250" y="11296650"/>
            <a:ext cx="295275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Goddess Durga,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the Divine Mother, is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worshipped in her nine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forms (Navadurga).</a:t>
            </a:r>
          </a:p>
        </p:txBody>
      </p:sp>
      <p:sp>
        <p:nvSpPr>
          <p:cNvPr id="73" name="Heading: What It Means"/>
          <p:cNvSpPr txBox="1"/>
          <p:nvPr/>
        </p:nvSpPr>
        <p:spPr>
          <a:xfrm>
            <a:off x="7096125" y="9925050"/>
            <a:ext cx="31432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325" b="1">
                <a:solidFill>
                  <a:srgbClr val="F2DFA7"/>
                </a:solidFill>
                <a:latin typeface="Playfair Display"/>
              </a:rPr>
              <a:t>What It Means</a:t>
            </a:r>
          </a:p>
        </p:txBody>
      </p:sp>
      <p:pic>
        <p:nvPicPr>
          <p:cNvPr id="74" name="Bottom icon What It Means" descr="ic_diya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10550" y="10334625"/>
            <a:ext cx="914400" cy="914400"/>
          </a:xfrm>
          <a:prstGeom prst="rect">
            <a:avLst/>
          </a:prstGeom>
        </p:spPr>
      </p:pic>
      <p:sp>
        <p:nvSpPr>
          <p:cNvPr id="75" name="Body: What It Means"/>
          <p:cNvSpPr txBox="1"/>
          <p:nvPr/>
        </p:nvSpPr>
        <p:spPr>
          <a:xfrm>
            <a:off x="7191375" y="11296650"/>
            <a:ext cx="295275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Navratri reminds us to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overcome negativity,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cultivate inner strength,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and embrace new</a:t>
            </a:r>
          </a:p>
          <a:p>
            <a:pPr algn="ctr">
              <a:lnSpc>
                <a:spcPct val="120000"/>
              </a:lnSpc>
            </a:pPr>
            <a:r>
              <a:rPr sz="1725" b="1">
                <a:solidFill>
                  <a:srgbClr val="F2DFA7"/>
                </a:solidFill>
                <a:latin typeface="Open Sans"/>
              </a:rPr>
              <a:t>beginnings.</a:t>
            </a:r>
          </a:p>
        </p:txBody>
      </p:sp>
      <p:cxnSp>
        <p:nvCxnSpPr>
          <p:cNvPr id="76" name="Bottom column line 1"/>
          <p:cNvCxnSpPr/>
          <p:nvPr/>
        </p:nvCxnSpPr>
        <p:spPr>
          <a:xfrm>
            <a:off x="3762375" y="9906000"/>
            <a:ext cx="0" cy="2476500"/>
          </a:xfrm>
          <a:prstGeom prst="line">
            <a:avLst/>
          </a:prstGeom>
          <a:ln w="15875">
            <a:solidFill>
              <a:srgbClr val="D9A6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Bottom column line 2"/>
          <p:cNvCxnSpPr/>
          <p:nvPr/>
        </p:nvCxnSpPr>
        <p:spPr>
          <a:xfrm>
            <a:off x="7000875" y="9906000"/>
            <a:ext cx="0" cy="2476500"/>
          </a:xfrm>
          <a:prstGeom prst="line">
            <a:avLst/>
          </a:prstGeom>
          <a:ln w="15875">
            <a:solidFill>
              <a:srgbClr val="D9A6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8" name="Divider lotus 3" descr="orn_lot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33975" y="12592050"/>
            <a:ext cx="419100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