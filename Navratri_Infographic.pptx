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7050" cy="13354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nf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7050" cy="13354050"/>
          </a:xfrm>
          <a:prstGeom prst="rect">
            <a:avLst/>
          </a:prstGeom>
        </p:spPr>
      </p:pic>
      <p:pic>
        <p:nvPicPr>
          <p:cNvPr id="3" name="Side ornament left" descr="side_lin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2667000"/>
            <a:ext cx="228600" cy="6772275"/>
          </a:xfrm>
          <a:prstGeom prst="rect">
            <a:avLst/>
          </a:prstGeom>
        </p:spPr>
      </p:pic>
      <p:pic>
        <p:nvPicPr>
          <p:cNvPr id="4" name="Side ornament right" descr="side_line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950" y="2667000"/>
            <a:ext cx="238125" cy="6800850"/>
          </a:xfrm>
          <a:prstGeom prst="rect">
            <a:avLst/>
          </a:prstGeom>
        </p:spPr>
      </p:pic>
      <p:pic>
        <p:nvPicPr>
          <p:cNvPr id="5" name="Mandala bottom left" descr="mandala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34700"/>
            <a:ext cx="2038350" cy="2419350"/>
          </a:xfrm>
          <a:prstGeom prst="rect">
            <a:avLst/>
          </a:prstGeom>
        </p:spPr>
      </p:pic>
      <p:pic>
        <p:nvPicPr>
          <p:cNvPr id="6" name="Mandala bottom right" descr="mandala_B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4850" y="10934700"/>
            <a:ext cx="2362200" cy="2419350"/>
          </a:xfrm>
          <a:prstGeom prst="rect">
            <a:avLst/>
          </a:prstGeom>
        </p:spPr>
      </p:pic>
      <p:pic>
        <p:nvPicPr>
          <p:cNvPr id="7" name="Arch filigree top left" descr="arch_T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0"/>
            <a:ext cx="1314450" cy="1533525"/>
          </a:xfrm>
          <a:prstGeom prst="rect">
            <a:avLst/>
          </a:prstGeom>
        </p:spPr>
      </p:pic>
      <p:pic>
        <p:nvPicPr>
          <p:cNvPr id="8" name="Arch filigree top right" descr="arch_T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0"/>
            <a:ext cx="1295400" cy="1533525"/>
          </a:xfrm>
          <a:prstGeom prst="rect">
            <a:avLst/>
          </a:prstGeom>
        </p:spPr>
      </p:pic>
      <p:pic>
        <p:nvPicPr>
          <p:cNvPr id="9" name="Star top left" descr="star_T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61925"/>
            <a:ext cx="457200" cy="390525"/>
          </a:xfrm>
          <a:prstGeom prst="rect">
            <a:avLst/>
          </a:prstGeom>
        </p:spPr>
      </p:pic>
      <p:pic>
        <p:nvPicPr>
          <p:cNvPr id="10" name="Star top right" descr="star_T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8900" y="95250"/>
            <a:ext cx="428625" cy="533400"/>
          </a:xfrm>
          <a:prstGeom prst="rect">
            <a:avLst/>
          </a:prstGeom>
        </p:spPr>
      </p:pic>
      <p:pic>
        <p:nvPicPr>
          <p:cNvPr id="11" name="Chain l1" descr="chain_L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0"/>
            <a:ext cx="609600" cy="3762375"/>
          </a:xfrm>
          <a:prstGeom prst="rect">
            <a:avLst/>
          </a:prstGeom>
        </p:spPr>
      </p:pic>
      <p:pic>
        <p:nvPicPr>
          <p:cNvPr id="12" name="Chain l2" descr="chain_L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950" y="0"/>
            <a:ext cx="704850" cy="3219450"/>
          </a:xfrm>
          <a:prstGeom prst="rect">
            <a:avLst/>
          </a:prstGeom>
        </p:spPr>
      </p:pic>
      <p:pic>
        <p:nvPicPr>
          <p:cNvPr id="13" name="Chain r1" descr="chain_R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0" y="0"/>
            <a:ext cx="647700" cy="3762375"/>
          </a:xfrm>
          <a:prstGeom prst="rect">
            <a:avLst/>
          </a:prstGeom>
        </p:spPr>
      </p:pic>
      <p:pic>
        <p:nvPicPr>
          <p:cNvPr id="14" name="Chain r2" descr="chain_R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39200" y="0"/>
            <a:ext cx="685800" cy="3219450"/>
          </a:xfrm>
          <a:prstGeom prst="rect">
            <a:avLst/>
          </a:prstGeom>
        </p:spPr>
      </p:pic>
      <p:pic>
        <p:nvPicPr>
          <p:cNvPr id="15" name="Durga eyes emblem" descr="eye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1375" y="266700"/>
            <a:ext cx="3876675" cy="1847850"/>
          </a:xfrm>
          <a:prstGeom prst="rect">
            <a:avLst/>
          </a:prstGeom>
        </p:spPr>
      </p:pic>
      <p:pic>
        <p:nvPicPr>
          <p:cNvPr id="16" name="Divider with lotus" descr="subtitle_divid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90775" y="3514725"/>
            <a:ext cx="5934075" cy="257175"/>
          </a:xfrm>
          <a:prstGeom prst="rect">
            <a:avLst/>
          </a:prstGeom>
        </p:spPr>
      </p:pic>
      <p:pic>
        <p:nvPicPr>
          <p:cNvPr id="17" name="Lotus ornament left" descr="lotus_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114800"/>
            <a:ext cx="819150" cy="571500"/>
          </a:xfrm>
          <a:prstGeom prst="rect">
            <a:avLst/>
          </a:prstGeom>
        </p:spPr>
      </p:pic>
      <p:pic>
        <p:nvPicPr>
          <p:cNvPr id="18" name="Lotus ornament right" descr="lotus_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24950" y="4114800"/>
            <a:ext cx="819150" cy="571500"/>
          </a:xfrm>
          <a:prstGeom prst="rect">
            <a:avLst/>
          </a:prstGeom>
        </p:spPr>
      </p:pic>
      <p:pic>
        <p:nvPicPr>
          <p:cNvPr id="19" name="Nine forms frame" descr="grid_fram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7175" y="5334000"/>
            <a:ext cx="10182225" cy="4581525"/>
          </a:xfrm>
          <a:prstGeom prst="rect">
            <a:avLst/>
          </a:prstGeom>
        </p:spPr>
      </p:pic>
      <p:pic>
        <p:nvPicPr>
          <p:cNvPr id="20" name="Grid vline 1" descr="grid_vline_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10000" y="6238875"/>
            <a:ext cx="209550" cy="3086100"/>
          </a:xfrm>
          <a:prstGeom prst="rect">
            <a:avLst/>
          </a:prstGeom>
        </p:spPr>
      </p:pic>
      <p:pic>
        <p:nvPicPr>
          <p:cNvPr id="21" name="Grid vline 2" descr="grid_vline_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15150" y="5753100"/>
            <a:ext cx="219075" cy="3752850"/>
          </a:xfrm>
          <a:prstGeom prst="rect">
            <a:avLst/>
          </a:prstGeom>
        </p:spPr>
      </p:pic>
      <p:pic>
        <p:nvPicPr>
          <p:cNvPr id="22" name="Grid hline 1" descr="grid_hline_1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3400" y="6896100"/>
            <a:ext cx="9639300" cy="247650"/>
          </a:xfrm>
          <a:prstGeom prst="rect">
            <a:avLst/>
          </a:prstGeom>
        </p:spPr>
      </p:pic>
      <p:pic>
        <p:nvPicPr>
          <p:cNvPr id="23" name="Grid hline 2" descr="grid_hline_2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3900" y="8172450"/>
            <a:ext cx="9305925" cy="247650"/>
          </a:xfrm>
          <a:prstGeom prst="rect">
            <a:avLst/>
          </a:prstGeom>
        </p:spPr>
      </p:pic>
      <p:pic>
        <p:nvPicPr>
          <p:cNvPr id="24" name="Section banner" descr="bann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00250" y="5010150"/>
            <a:ext cx="6705600" cy="609600"/>
          </a:xfrm>
          <a:prstGeom prst="rect">
            <a:avLst/>
          </a:prstGeom>
        </p:spPr>
      </p:pic>
      <p:pic>
        <p:nvPicPr>
          <p:cNvPr id="25" name="Icon shailaputri" descr="icon_shailaputri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81050" y="5676900"/>
            <a:ext cx="1266825" cy="1228725"/>
          </a:xfrm>
          <a:prstGeom prst="rect">
            <a:avLst/>
          </a:prstGeom>
        </p:spPr>
      </p:pic>
      <p:pic>
        <p:nvPicPr>
          <p:cNvPr id="26" name="Icon brahmacharini" descr="icon_brahmacharini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52875" y="5686425"/>
            <a:ext cx="1238250" cy="1228725"/>
          </a:xfrm>
          <a:prstGeom prst="rect">
            <a:avLst/>
          </a:prstGeom>
        </p:spPr>
      </p:pic>
      <p:pic>
        <p:nvPicPr>
          <p:cNvPr id="27" name="Icon chandraghanta" descr="icon_chandraghanta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29450" y="5686425"/>
            <a:ext cx="1304925" cy="1266825"/>
          </a:xfrm>
          <a:prstGeom prst="rect">
            <a:avLst/>
          </a:prstGeom>
        </p:spPr>
      </p:pic>
      <p:pic>
        <p:nvPicPr>
          <p:cNvPr id="28" name="Icon kushmanda" descr="icon_kushmanda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1050" y="7067550"/>
            <a:ext cx="1247775" cy="1152525"/>
          </a:xfrm>
          <a:prstGeom prst="rect">
            <a:avLst/>
          </a:prstGeom>
        </p:spPr>
      </p:pic>
      <p:pic>
        <p:nvPicPr>
          <p:cNvPr id="29" name="Icon skandamata" descr="icon_skandamata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962400" y="7067550"/>
            <a:ext cx="1209675" cy="1171575"/>
          </a:xfrm>
          <a:prstGeom prst="rect">
            <a:avLst/>
          </a:prstGeom>
        </p:spPr>
      </p:pic>
      <p:pic>
        <p:nvPicPr>
          <p:cNvPr id="30" name="Icon katyayani" descr="icon_katyayani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029450" y="7067550"/>
            <a:ext cx="1314450" cy="1181100"/>
          </a:xfrm>
          <a:prstGeom prst="rect">
            <a:avLst/>
          </a:prstGeom>
        </p:spPr>
      </p:pic>
      <p:pic>
        <p:nvPicPr>
          <p:cNvPr id="31" name="Icon kalaratri" descr="icon_kalaratri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7700" y="8382000"/>
            <a:ext cx="1381125" cy="1219200"/>
          </a:xfrm>
          <a:prstGeom prst="rect">
            <a:avLst/>
          </a:prstGeom>
        </p:spPr>
      </p:pic>
      <p:pic>
        <p:nvPicPr>
          <p:cNvPr id="32" name="Icon mahagauri" descr="icon_mahagauri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43350" y="8382000"/>
            <a:ext cx="1238250" cy="1200150"/>
          </a:xfrm>
          <a:prstGeom prst="rect">
            <a:avLst/>
          </a:prstGeom>
        </p:spPr>
      </p:pic>
      <p:pic>
        <p:nvPicPr>
          <p:cNvPr id="33" name="Icon siddhidatri" descr="icon_siddhidatri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53275" y="8382000"/>
            <a:ext cx="1209675" cy="1209675"/>
          </a:xfrm>
          <a:prstGeom prst="rect">
            <a:avLst/>
          </a:prstGeom>
        </p:spPr>
      </p:pic>
      <p:pic>
        <p:nvPicPr>
          <p:cNvPr id="34" name="Underline 1" descr="underline_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33425" y="10420350"/>
            <a:ext cx="2857500" cy="28575"/>
          </a:xfrm>
          <a:prstGeom prst="rect">
            <a:avLst/>
          </a:prstGeom>
        </p:spPr>
      </p:pic>
      <p:pic>
        <p:nvPicPr>
          <p:cNvPr id="35" name="Underline 2" descr="underline_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143375" y="10420350"/>
            <a:ext cx="2638425" cy="28575"/>
          </a:xfrm>
          <a:prstGeom prst="rect">
            <a:avLst/>
          </a:prstGeom>
        </p:spPr>
      </p:pic>
      <p:pic>
        <p:nvPicPr>
          <p:cNvPr id="36" name="Underline 3" descr="underline_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467600" y="10429875"/>
            <a:ext cx="2438400" cy="19050"/>
          </a:xfrm>
          <a:prstGeom prst="rect">
            <a:avLst/>
          </a:prstGeom>
        </p:spPr>
      </p:pic>
      <p:pic>
        <p:nvPicPr>
          <p:cNvPr id="37" name="Bottom vline 1" descr="bottom_vline_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24275" y="10172700"/>
            <a:ext cx="228600" cy="2352675"/>
          </a:xfrm>
          <a:prstGeom prst="rect">
            <a:avLst/>
          </a:prstGeom>
        </p:spPr>
      </p:pic>
      <p:pic>
        <p:nvPicPr>
          <p:cNvPr id="38" name="Bottom vline 2" descr="bottom_vline_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905625" y="10153650"/>
            <a:ext cx="238125" cy="2343150"/>
          </a:xfrm>
          <a:prstGeom prst="rect">
            <a:avLst/>
          </a:prstGeom>
        </p:spPr>
      </p:pic>
      <p:pic>
        <p:nvPicPr>
          <p:cNvPr id="39" name="Dandiya sticks" descr="icon_dandiya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19200" y="10372725"/>
            <a:ext cx="1752600" cy="723900"/>
          </a:xfrm>
          <a:prstGeom prst="rect">
            <a:avLst/>
          </a:prstGeom>
        </p:spPr>
      </p:pic>
      <p:pic>
        <p:nvPicPr>
          <p:cNvPr id="40" name="Lotus" descr="icon_lotus_bottom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791075" y="10363200"/>
            <a:ext cx="1228725" cy="781050"/>
          </a:xfrm>
          <a:prstGeom prst="rect">
            <a:avLst/>
          </a:prstGeom>
        </p:spPr>
      </p:pic>
      <p:pic>
        <p:nvPicPr>
          <p:cNvPr id="41" name="Diya" descr="icon_diya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981950" y="10287000"/>
            <a:ext cx="1371600" cy="838200"/>
          </a:xfrm>
          <a:prstGeom prst="rect">
            <a:avLst/>
          </a:prstGeom>
        </p:spPr>
      </p:pic>
      <p:pic>
        <p:nvPicPr>
          <p:cNvPr id="42" name="Bottom divider with lotus" descr="bottom_divider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305175" y="12534900"/>
            <a:ext cx="4067175" cy="400050"/>
          </a:xfrm>
          <a:prstGeom prst="rect">
            <a:avLst/>
          </a:prstGeom>
        </p:spPr>
      </p:pic>
      <p:sp>
        <p:nvSpPr>
          <p:cNvPr id="43" name="Title"/>
          <p:cNvSpPr txBox="1"/>
          <p:nvPr/>
        </p:nvSpPr>
        <p:spPr>
          <a:xfrm>
            <a:off x="1057275" y="1609725"/>
            <a:ext cx="8572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750" b="0">
                <a:solidFill>
                  <a:srgbClr val="F5E6B3"/>
                </a:solidFill>
                <a:latin typeface="DM Serif Display"/>
              </a:rPr>
              <a:t>Navratri</a:t>
            </a:r>
          </a:p>
        </p:txBody>
      </p:sp>
      <p:sp>
        <p:nvSpPr>
          <p:cNvPr id="44" name="Subtitle"/>
          <p:cNvSpPr txBox="1"/>
          <p:nvPr/>
        </p:nvSpPr>
        <p:spPr>
          <a:xfrm>
            <a:off x="1533525" y="3200400"/>
            <a:ext cx="762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50" b="0" spc="375">
                <a:solidFill>
                  <a:srgbClr val="F5E6B3"/>
                </a:solidFill>
                <a:latin typeface="Cormorant Garamond"/>
              </a:rPr>
              <a:t>NINE NIGHTS OF DIVINE POWER</a:t>
            </a:r>
          </a:p>
        </p:txBody>
      </p:sp>
      <p:sp>
        <p:nvSpPr>
          <p:cNvPr id="45" name="Intro paragraph"/>
          <p:cNvSpPr txBox="1"/>
          <p:nvPr/>
        </p:nvSpPr>
        <p:spPr>
          <a:xfrm>
            <a:off x="1343025" y="3790950"/>
            <a:ext cx="8001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5E6B3"/>
                </a:solidFill>
                <a:latin typeface="Times New Roman"/>
              </a:rPr>
              <a:t>Navratri is a Hindu festival dedicated to the worship of Goddess Durga. It symbolizes devotion, self-reflection, and the victory of good over evil.</a:t>
            </a:r>
          </a:p>
        </p:txBody>
      </p:sp>
      <p:sp>
        <p:nvSpPr>
          <p:cNvPr id="46" name="Section title"/>
          <p:cNvSpPr txBox="1"/>
          <p:nvPr/>
        </p:nvSpPr>
        <p:spPr>
          <a:xfrm>
            <a:off x="2047875" y="5067300"/>
            <a:ext cx="65913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5A0A14"/>
                </a:solidFill>
                <a:latin typeface="Times New Roman"/>
              </a:rPr>
              <a:t>The Nine Forms of Navadurga</a:t>
            </a:r>
          </a:p>
        </p:txBody>
      </p:sp>
      <p:sp>
        <p:nvSpPr>
          <p:cNvPr id="47" name="Form name 1"/>
          <p:cNvSpPr txBox="1"/>
          <p:nvPr/>
        </p:nvSpPr>
        <p:spPr>
          <a:xfrm>
            <a:off x="2019300" y="5848350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1. Shailaputri</a:t>
            </a:r>
          </a:p>
        </p:txBody>
      </p:sp>
      <p:sp>
        <p:nvSpPr>
          <p:cNvPr id="48" name="Form meaning 1"/>
          <p:cNvSpPr txBox="1"/>
          <p:nvPr/>
        </p:nvSpPr>
        <p:spPr>
          <a:xfrm>
            <a:off x="2019300" y="6172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Stability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strength</a:t>
            </a:r>
          </a:p>
        </p:txBody>
      </p:sp>
      <p:sp>
        <p:nvSpPr>
          <p:cNvPr id="49" name="Form name 2"/>
          <p:cNvSpPr txBox="1"/>
          <p:nvPr/>
        </p:nvSpPr>
        <p:spPr>
          <a:xfrm>
            <a:off x="5200650" y="5848350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2. Brahmacharini</a:t>
            </a:r>
          </a:p>
        </p:txBody>
      </p:sp>
      <p:sp>
        <p:nvSpPr>
          <p:cNvPr id="50" name="Form meaning 2"/>
          <p:cNvSpPr txBox="1"/>
          <p:nvPr/>
        </p:nvSpPr>
        <p:spPr>
          <a:xfrm>
            <a:off x="5200650" y="6172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Devotion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discipline</a:t>
            </a:r>
          </a:p>
        </p:txBody>
      </p:sp>
      <p:sp>
        <p:nvSpPr>
          <p:cNvPr id="51" name="Form name 3"/>
          <p:cNvSpPr txBox="1"/>
          <p:nvPr/>
        </p:nvSpPr>
        <p:spPr>
          <a:xfrm>
            <a:off x="8334375" y="5848350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3. Chandraghanta</a:t>
            </a:r>
          </a:p>
        </p:txBody>
      </p:sp>
      <p:sp>
        <p:nvSpPr>
          <p:cNvPr id="52" name="Form meaning 3"/>
          <p:cNvSpPr txBox="1"/>
          <p:nvPr/>
        </p:nvSpPr>
        <p:spPr>
          <a:xfrm>
            <a:off x="8334375" y="6172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Courage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fearlessness</a:t>
            </a:r>
          </a:p>
        </p:txBody>
      </p:sp>
      <p:sp>
        <p:nvSpPr>
          <p:cNvPr id="53" name="Form name 4"/>
          <p:cNvSpPr txBox="1"/>
          <p:nvPr/>
        </p:nvSpPr>
        <p:spPr>
          <a:xfrm>
            <a:off x="2019300" y="715327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4. Kushmanda</a:t>
            </a:r>
          </a:p>
        </p:txBody>
      </p:sp>
      <p:sp>
        <p:nvSpPr>
          <p:cNvPr id="54" name="Form meaning 4"/>
          <p:cNvSpPr txBox="1"/>
          <p:nvPr/>
        </p:nvSpPr>
        <p:spPr>
          <a:xfrm>
            <a:off x="2019300" y="748665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Creativity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energy</a:t>
            </a:r>
          </a:p>
        </p:txBody>
      </p:sp>
      <p:sp>
        <p:nvSpPr>
          <p:cNvPr id="55" name="Form name 5"/>
          <p:cNvSpPr txBox="1"/>
          <p:nvPr/>
        </p:nvSpPr>
        <p:spPr>
          <a:xfrm>
            <a:off x="5200650" y="715327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5. Skandamata</a:t>
            </a:r>
          </a:p>
        </p:txBody>
      </p:sp>
      <p:sp>
        <p:nvSpPr>
          <p:cNvPr id="56" name="Form meaning 5"/>
          <p:cNvSpPr txBox="1"/>
          <p:nvPr/>
        </p:nvSpPr>
        <p:spPr>
          <a:xfrm>
            <a:off x="5200650" y="748665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Love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protection</a:t>
            </a:r>
          </a:p>
        </p:txBody>
      </p:sp>
      <p:sp>
        <p:nvSpPr>
          <p:cNvPr id="57" name="Form name 6"/>
          <p:cNvSpPr txBox="1"/>
          <p:nvPr/>
        </p:nvSpPr>
        <p:spPr>
          <a:xfrm>
            <a:off x="8334375" y="715327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6. Katyayani</a:t>
            </a:r>
          </a:p>
        </p:txBody>
      </p:sp>
      <p:sp>
        <p:nvSpPr>
          <p:cNvPr id="58" name="Form meaning 6"/>
          <p:cNvSpPr txBox="1"/>
          <p:nvPr/>
        </p:nvSpPr>
        <p:spPr>
          <a:xfrm>
            <a:off x="8334375" y="748665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Righteousness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justice</a:t>
            </a:r>
          </a:p>
        </p:txBody>
      </p:sp>
      <p:sp>
        <p:nvSpPr>
          <p:cNvPr id="59" name="Form name 7"/>
          <p:cNvSpPr txBox="1"/>
          <p:nvPr/>
        </p:nvSpPr>
        <p:spPr>
          <a:xfrm>
            <a:off x="2019300" y="846772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7. Kalaratri</a:t>
            </a:r>
          </a:p>
        </p:txBody>
      </p:sp>
      <p:sp>
        <p:nvSpPr>
          <p:cNvPr id="60" name="Form meaning 7"/>
          <p:cNvSpPr txBox="1"/>
          <p:nvPr/>
        </p:nvSpPr>
        <p:spPr>
          <a:xfrm>
            <a:off x="2019300" y="8839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Destruction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of negativity</a:t>
            </a:r>
          </a:p>
        </p:txBody>
      </p:sp>
      <p:sp>
        <p:nvSpPr>
          <p:cNvPr id="61" name="Form name 8"/>
          <p:cNvSpPr txBox="1"/>
          <p:nvPr/>
        </p:nvSpPr>
        <p:spPr>
          <a:xfrm>
            <a:off x="5200650" y="846772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8. Mahagauri</a:t>
            </a:r>
          </a:p>
        </p:txBody>
      </p:sp>
      <p:sp>
        <p:nvSpPr>
          <p:cNvPr id="62" name="Form meaning 8"/>
          <p:cNvSpPr txBox="1"/>
          <p:nvPr/>
        </p:nvSpPr>
        <p:spPr>
          <a:xfrm>
            <a:off x="5200650" y="8839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Purity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peace</a:t>
            </a:r>
          </a:p>
        </p:txBody>
      </p:sp>
      <p:sp>
        <p:nvSpPr>
          <p:cNvPr id="63" name="Form name 9"/>
          <p:cNvSpPr txBox="1"/>
          <p:nvPr/>
        </p:nvSpPr>
        <p:spPr>
          <a:xfrm>
            <a:off x="8334375" y="8467725"/>
            <a:ext cx="18097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>
                <a:solidFill>
                  <a:srgbClr val="F5E6B3"/>
                </a:solidFill>
                <a:latin typeface="Times New Roman"/>
              </a:rPr>
              <a:t>9. Siddhidatri</a:t>
            </a:r>
          </a:p>
        </p:txBody>
      </p:sp>
      <p:sp>
        <p:nvSpPr>
          <p:cNvPr id="64" name="Form meaning 9"/>
          <p:cNvSpPr txBox="1"/>
          <p:nvPr/>
        </p:nvSpPr>
        <p:spPr>
          <a:xfrm>
            <a:off x="8334375" y="8839200"/>
            <a:ext cx="18097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Wisdom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BF3DC"/>
                </a:solidFill>
                <a:latin typeface="Open Sans"/>
              </a:rPr>
              <a:t>and fulfillment</a:t>
            </a:r>
          </a:p>
        </p:txBody>
      </p:sp>
      <p:sp>
        <p:nvSpPr>
          <p:cNvPr id="65" name="Heading: How It Is Celebrated"/>
          <p:cNvSpPr txBox="1"/>
          <p:nvPr/>
        </p:nvSpPr>
        <p:spPr>
          <a:xfrm>
            <a:off x="638175" y="992505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5E6B3"/>
                </a:solidFill>
                <a:latin typeface="Times New Roman"/>
              </a:rPr>
              <a:t>How It Is Celebrated</a:t>
            </a:r>
          </a:p>
        </p:txBody>
      </p:sp>
      <p:sp>
        <p:nvSpPr>
          <p:cNvPr id="66" name="Body: How It Is Celebrated"/>
          <p:cNvSpPr txBox="1"/>
          <p:nvPr/>
        </p:nvSpPr>
        <p:spPr>
          <a:xfrm>
            <a:off x="781050" y="11087100"/>
            <a:ext cx="2857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Prayer, fasting,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Garba and Dandiya, and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community gatherings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with joy and devotion.</a:t>
            </a:r>
          </a:p>
        </p:txBody>
      </p:sp>
      <p:sp>
        <p:nvSpPr>
          <p:cNvPr id="67" name="Heading: Who Is Worshipped"/>
          <p:cNvSpPr txBox="1"/>
          <p:nvPr/>
        </p:nvSpPr>
        <p:spPr>
          <a:xfrm>
            <a:off x="3867150" y="992505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5E6B3"/>
                </a:solidFill>
                <a:latin typeface="Times New Roman"/>
              </a:rPr>
              <a:t>Who Is Worshipped</a:t>
            </a:r>
          </a:p>
        </p:txBody>
      </p:sp>
      <p:sp>
        <p:nvSpPr>
          <p:cNvPr id="68" name="Body: Who Is Worshipped"/>
          <p:cNvSpPr txBox="1"/>
          <p:nvPr/>
        </p:nvSpPr>
        <p:spPr>
          <a:xfrm>
            <a:off x="4010025" y="11163300"/>
            <a:ext cx="2857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Goddess Durga,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the Divine Mother, is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worshipped in her nine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forms (Navadurga).</a:t>
            </a:r>
          </a:p>
        </p:txBody>
      </p:sp>
      <p:sp>
        <p:nvSpPr>
          <p:cNvPr id="69" name="Heading: What It Means"/>
          <p:cNvSpPr txBox="1"/>
          <p:nvPr/>
        </p:nvSpPr>
        <p:spPr>
          <a:xfrm>
            <a:off x="7105650" y="9925050"/>
            <a:ext cx="314325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5E6B3"/>
                </a:solidFill>
                <a:latin typeface="Times New Roman"/>
              </a:rPr>
              <a:t>What It Means</a:t>
            </a:r>
          </a:p>
        </p:txBody>
      </p:sp>
      <p:sp>
        <p:nvSpPr>
          <p:cNvPr id="70" name="Body: What It Means"/>
          <p:cNvSpPr txBox="1"/>
          <p:nvPr/>
        </p:nvSpPr>
        <p:spPr>
          <a:xfrm>
            <a:off x="7248525" y="11087100"/>
            <a:ext cx="28575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Navratri reminds us to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overcome negativity,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cultivate inner strength,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and embrace new</a:t>
            </a:r>
          </a:p>
          <a:p>
            <a:pPr algn="ctr">
              <a:lnSpc>
                <a:spcPct val="95000"/>
              </a:lnSpc>
            </a:pPr>
            <a:r>
              <a:rPr sz="1650" b="1">
                <a:solidFill>
                  <a:srgbClr val="FBF3DC"/>
                </a:solidFill>
                <a:latin typeface="Open Sans"/>
              </a:rPr>
              <a:t>beginnings.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